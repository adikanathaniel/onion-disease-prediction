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nion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80" y="640080"/>
            <a:ext cx="290576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OnionGuard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8FFC8"/>
                </a:solidFill>
                <a:latin typeface="Calibri"/>
              </a:defRPr>
            </a:pPr>
            <a:r>
              <a:t>Update Release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50292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rPr dirty="0"/>
              <a:t>Version 1.2.0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46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Calibri"/>
              </a:defRPr>
            </a:pPr>
            <a:r>
              <a:t>Released: April 29,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365760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NOW LIVE ON GOOGLE PLAY 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029200"/>
            <a:ext cx="2743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E6B4"/>
                </a:solidFill>
                <a:latin typeface="Calibri"/>
              </a:defRPr>
            </a:pPr>
            <a:r>
              <a:t>Nkabom Honours Team  ·  University of Ghana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What's New in This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Four updates shipping in version 1.2.0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Headline: farmers can now correct the AI when it gets things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A human-in-the-loop correction system — every correction makes the next model smarter.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5440680" cy="1783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109728" cy="1783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862072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1.  Scan Correction &amp; Review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10712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"Review this" button on every scan result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Dropdown for correct class + optional comment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Admin queue with one-click ZIP export (CSV + images)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697480"/>
            <a:ext cx="5440680" cy="1783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2697480"/>
            <a:ext cx="109728" cy="1783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2862072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2.  Smarter Scan Pre-Check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410712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Model now rejects non-onion images before classifying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Removes confidently-wrong predictions on hands, tomatoes, etc.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Higher trust in every disease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5440680" cy="1783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109728" cy="178308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736592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3.  Fingerprint Login Fixed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85232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Was completely broken — tap did nothing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Now: fingerprint match opens the app instantly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No password retyping, even after logout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4572000"/>
            <a:ext cx="5440680" cy="1783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9632" y="4572000"/>
            <a:ext cx="109728" cy="1783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4736592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4.  Analytics &amp; Language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5285232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Smoother spline-curve time-series chart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+2 new languages: Kusaal, Gurene (Frafra)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•  Total supported languages: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Headline: Scan Correction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Closing the loop between users and the AI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Until now, when the AI got a diagnosis wrong, that mistake was invisible. Now every wrong prediction can be flagged with the correct answer — turning errors into training data and creating a feedback loop that compounds with usage.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How it works (user flow)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210312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502920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11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User scans an onion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3383280"/>
            <a:ext cx="210312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07792" y="3383280"/>
            <a:ext cx="502920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07792" y="35204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611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Sees the AI prediction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75504" y="3383280"/>
            <a:ext cx="210312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75504" y="3383280"/>
            <a:ext cx="502920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75504" y="35204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9864" y="3611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Taps "Review this" if wrong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3216" y="3383280"/>
            <a:ext cx="210312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43216" y="3383280"/>
            <a:ext cx="502920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43216" y="35204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611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Picks correct class + comment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10928" y="3383280"/>
            <a:ext cx="210312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10928" y="3383280"/>
            <a:ext cx="502920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10928" y="35204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5288" y="3611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Saved to admin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Roles &amp;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83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Farmers &amp; Extension Officers — see only their own corrections (Settings → My Reviews)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Admins — see the full queue across all users, plus one-click ZIP export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Export bundle is ML-ready: reviews.csv (metadata) + images/&lt;id&gt;.jpg (training samples)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CSV columns: id, image path, user, role, original prediction, corrected label, comment, timestamps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Improved AI Scan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Catching obvious non-onion images before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49240" cy="49377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49240" cy="6400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User accidentally scans a hand, tomato, or coin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Model confidently labels it as "Fusarium 87%"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Farmer trusts the wrong diagnosis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False-positive disease counts pollute analytics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Trust in the app erodes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463040"/>
            <a:ext cx="5349240" cy="4937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463040"/>
            <a:ext cx="5349240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6002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7744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Pre-check rejects non-onion images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User gets clear "Please scan an onion" message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Disease classifier only runs on real onion images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Cleaner analytics, more reliable disease counts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Stronger user trust in every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Fixed: Fingerprint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From completely broken to instant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" cy="13716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2F2F"/>
                </a:solidFill>
                <a:latin typeface="Calibri"/>
              </a:defRPr>
            </a:pPr>
            <a:r>
              <a:t>What was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Tapping "Login with Biometrics" did nothing — no prompt appeared, no error shown. A complete user-facing failure that affected every user with biometrics enabled.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109728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37160" cy="1828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What we fixed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Three Android-side configuration bugs traced &amp; corrected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Errors no longer swallowed silently — users see clear messages on failure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Removed the requirement to retype the password before each biometric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Net result for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Open the app → tap fingerprint → in. Even after logout. A daily friction point removed for every active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Analytics &amp; Language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Smoother charts and broader linguistic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49240" cy="4937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4924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Time-series chart upgraded to spline curves — smoother, more readable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Regional analytics fully localized into all supported languages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Disease-trend visualisations now consistent across the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463040"/>
            <a:ext cx="5349240" cy="4937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463040"/>
            <a:ext cx="5349240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6002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LANGUAGES  (7 → 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7744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Existing (7):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7432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English · Twi · Dagbani · Ewe · Hausa · Mampruli · French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38328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New this release (2):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74904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Calibri"/>
              </a:defRPr>
            </a:pPr>
            <a:r>
              <a:t>Kusaal · Gurene (Frafra)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3434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Both are northern Ghanaian languages in the Mabia/Gur family. Currently use Dagbani as a fallback while native translations are being collected — speakers from these regions can already pick their language in the app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7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 Updates in Action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Smart Pre-Check  |  Fingerprint Login  |  Languages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80160"/>
            <a:ext cx="3383280" cy="54864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1165860"/>
            <a:ext cx="27432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7" y="62865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rPr dirty="0"/>
              <a:t>Smart Pre-Check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280160"/>
            <a:ext cx="3383280" cy="54864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7" y="1325880"/>
            <a:ext cx="274320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07407" y="6263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Fingerprint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93607" y="1280160"/>
            <a:ext cx="3383280" cy="54864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7" y="1285240"/>
            <a:ext cx="2743200" cy="502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93607" y="6263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9 Languages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 Updates in Action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Smoother Analytics  |  Direct Feedback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7128" y="1280160"/>
            <a:ext cx="3383280" cy="54864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257300"/>
            <a:ext cx="27432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7128" y="6263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Smoother Analytics (Spline Chart)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47688" y="1280160"/>
            <a:ext cx="3383280" cy="54864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257300"/>
            <a:ext cx="274320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47688" y="6263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Talk to Us — Direct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Release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Where each component stands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 smtClean="0"/>
              <a:t>  </a:t>
            </a:r>
            <a:r>
              <a:rPr dirty="0"/>
              <a:t>Now Live on Google Play Store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64592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" y="2697480"/>
            <a:ext cx="10808208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07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Live in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089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AWS EC2 · SSL valid through 4 Jul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11880"/>
            <a:ext cx="164592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" y="3611880"/>
            <a:ext cx="10808208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721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  <a:latin typeface="Calibri"/>
              </a:defRPr>
            </a:pPr>
            <a:r>
              <a:t>Mobile (Android)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21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Live on Play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1.2.0 (build 9) · 65.4 MB · signed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164592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" y="4526280"/>
            <a:ext cx="10808208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636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  <a:latin typeface="Calibri"/>
              </a:defRPr>
            </a:pPr>
            <a:r>
              <a:t>Play Store rollout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636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Auto-update 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377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Existing users receive update over 24–48h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440680"/>
            <a:ext cx="164592" cy="77724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" y="5440680"/>
            <a:ext cx="10808208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  <a:latin typeface="Calibri"/>
              </a:defRPr>
            </a:pPr>
            <a:r>
              <a:t>Install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550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300"/>
                </a:solidFill>
                <a:latin typeface="Calibri"/>
              </a:defRPr>
            </a:pPr>
            <a:r>
              <a:t>9 users · 177 countries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8521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Per Play Console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This Means for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Translating shipped features into user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3716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Smarter AI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Every correction submitted by farmers and extension officers becomes training data for the next model. This release lays the foundation for a data flywheel — the model improves with 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24912"/>
            <a:ext cx="1097280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724912"/>
            <a:ext cx="13716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Faster daily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278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Fingerprint login removes a daily friction point. Users no longer retype their password each time they open the app.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32504"/>
            <a:ext cx="1097280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032504"/>
            <a:ext cx="13716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Higher trust in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3542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The non-onion pre-check eliminates a class of confidently-wrong diagnoses that previously eroded user confidence.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40096"/>
            <a:ext cx="1097280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5340096"/>
            <a:ext cx="13716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4772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Wider linguistic 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4301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Northern Ghanaian Kusaal and Gurene/Frafra speakers are now first-class users of the app — visible in the picker, with native translations on the 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Risks &amp; Watch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What to keep an eye on going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0" cy="141732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37160" cy="141732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300"/>
                </a:solidFill>
                <a:latin typeface="Calibri"/>
              </a:defRPr>
            </a:pPr>
            <a:r>
              <a:t>Small install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9 users today — corrections will trickle in until the user base grows. Pair this release with growth and outreach activity to maximise feedback volume.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99232"/>
            <a:ext cx="10972800" cy="141732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999232"/>
            <a:ext cx="137160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638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Calibri"/>
              </a:defRPr>
            </a:pPr>
            <a:r>
              <a:t>Native translations 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Kusaal and Gurene currently fall back to Dagbani text. The fallback is functional but not native — translator engagement is the next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81144"/>
            <a:ext cx="10972800" cy="141732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137160" cy="141732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7457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300"/>
                </a:solidFill>
                <a:latin typeface="Calibri"/>
              </a:defRPr>
            </a:pPr>
            <a:r>
              <a:t>Android 15 edge-to-edge deprecation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2122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A non-blocking warning from Play Console. Has to be addressed before Aug 2026 when Google starts enforcing it for new uploads.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nion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960" y="731520"/>
            <a:ext cx="232664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834640"/>
            <a:ext cx="10332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OnionGuard </a:t>
            </a:r>
            <a:r>
              <a:rPr dirty="0" smtClean="0"/>
              <a:t> </a:t>
            </a:r>
            <a:r>
              <a:rPr dirty="0"/>
              <a:t>is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60" y="457200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E6B4"/>
                </a:solidFill>
                <a:latin typeface="Calibri"/>
              </a:defRPr>
            </a:pPr>
            <a:r>
              <a:t>Nkabom Honours Team  ·  University of Ghana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1011</Words>
  <Application>Microsoft Office PowerPoint</Application>
  <PresentationFormat>Widescreen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12345</cp:lastModifiedBy>
  <cp:revision>6</cp:revision>
  <dcterms:created xsi:type="dcterms:W3CDTF">2013-01-27T09:14:16Z</dcterms:created>
  <dcterms:modified xsi:type="dcterms:W3CDTF">2026-05-01T17:08:16Z</dcterms:modified>
  <cp:category/>
</cp:coreProperties>
</file>