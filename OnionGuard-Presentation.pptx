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96" y="73152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OnionGuard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FFC8"/>
                </a:solidFill>
                <a:latin typeface="Calibri"/>
              </a:defRPr>
            </a:pPr>
            <a:r>
              <a:t>AI-Powered Onion Disease Detection for Farmers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743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Management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E6B4"/>
                </a:solidFill>
                <a:latin typeface="Calibri"/>
              </a:defRPr>
            </a:pPr>
            <a:r>
              <a:t>Nkabom Honours Team  |  University of Ghana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B3B"/>
                </a:solidFill>
                <a:latin typeface="Calibri"/>
              </a:defRPr>
            </a:pPr>
            <a:r>
              <a:t>Currently in Closed Testing on Google Play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Why OnionGuard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0116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32F2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Crop losses in West Africa</a:t>
            </a:r>
            <a:br/>
            <a:r>
              <a:t>due to pests &amp; diseases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320040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65C0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Pre-existing ML models for</a:t>
            </a:r>
            <a:br/>
            <a:r>
              <a:t>onion disease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No ML models exist for the TOM2024 onion disease dataset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Limited access to agricultural extension officers in rural areas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Language barriers prevent farmers from accessing disease info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No affordable diagnostic tools for smallholder farmers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No centralized system for tracking regional disease outbreaks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29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Source: Appiah et al., 2025 (Data in Brief, Elsevier)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OnionGuard mobile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On-device AI classifies 6 onion</a:t>
            </a:r>
            <a:br/>
            <a:r>
              <a:t>conditions from camera photos.</a:t>
            </a:r>
            <a:br/>
            <a:r>
              <a:t>Works offline.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51760" cy="32004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Gemini Vision AI evaluates</a:t>
            </a:r>
            <a:br/>
            <a:r>
              <a:t>onion freshness with storage</a:t>
            </a:r>
            <a:br/>
            <a:r>
              <a:t>recommendations.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32004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Treatment 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Detailed treatment in 5 languages</a:t>
            </a:r>
            <a:br/>
            <a:r>
              <a:t>with voice playback for</a:t>
            </a:r>
            <a:br/>
            <a:r>
              <a:t>low-literacy farmers.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51760" cy="32004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Personal &amp; regional disease</a:t>
            </a:r>
            <a:br/>
            <a:r>
              <a:t>tracking dashboards for</a:t>
            </a:r>
            <a:br/>
            <a:r>
              <a:t>farmers and officers.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Security:  JWT Auth  +  Bcrypt  +  Biometric Login  +  HTTPS (TLS 1.2/1.3)  +  Let's Encrypt SSL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MobileNetV3-Large trained on TOM2024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Base: MobileNetV3-Large (ImageNet pretrained)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Input: 224 x 224 x 3 RGB images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Output: 6 disease classes with confidence scores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Training: 3-stage progressive fine-tuning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Quantization: Float16 for mobile deployment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Size: 5.72 MB (TFLite)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TOM2024 Dataset (Onion Subset)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Caterpillar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Fusarium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738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Alternaria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Virosis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Bulb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3-Stage Progressive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Phase 1: Classifier head only (20 epochs, lr=1e-3)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Phase 2: Unfreeze 30% backbone (25 epochs, lr=1e-4)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Phase 3: Full fine-tuning (15 epochs, lr=1e-5)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Evaluation on held-out test set (304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E7D32"/>
                </a:solidFill>
                <a:latin typeface="Calibri"/>
              </a:defRPr>
            </a:pPr>
            <a:r>
              <a:t>93.75%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12121"/>
                </a:solidFill>
                <a:latin typeface="Calibri"/>
              </a:defRPr>
            </a:pPr>
            <a:r>
              <a:t>Overall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  <a:latin typeface="Calibri"/>
              </a:defRPr>
            </a:pPr>
            <a:r>
              <a:t>TFLite: 93.75%  |  Size: 5.72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Classification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18288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Alternaria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87.80%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Bulb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Caterpillar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98.73%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Fusarium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83.95%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Virosis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15146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Caterpillar, Healthy, </a:t>
            </a:r>
            <a:r>
              <a:rPr dirty="0" err="1"/>
              <a:t>Virosis</a:t>
            </a:r>
            <a:r>
              <a:rPr dirty="0"/>
              <a:t> &amp; Bulb Blight achieve 98-100% accuracy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Fusarium</a:t>
            </a:r>
            <a:r>
              <a:rPr dirty="0"/>
              <a:t> (83.95%) shows lowest accuracy due to visual similarity with </a:t>
            </a:r>
            <a:r>
              <a:rPr dirty="0" err="1"/>
              <a:t>Alternaria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Class weights handle imbalance effectively (879 Caterpillar vs 30 Bulb Blight)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TFLite</a:t>
            </a:r>
            <a:r>
              <a:rPr dirty="0"/>
              <a:t> quantization maintains full accuracy with 5.72 MB model size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Mobile Application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Home  |  Freshness  |  AI Analysis  |  Disease Detection</a:t>
            </a:r>
          </a:p>
        </p:txBody>
      </p:sp>
      <p:pic>
        <p:nvPicPr>
          <p:cNvPr id="5" name="Picture 4" descr="oniongu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5603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Home Screen</a:t>
            </a:r>
          </a:p>
        </p:txBody>
      </p:sp>
      <p:pic>
        <p:nvPicPr>
          <p:cNvPr id="7" name="Picture 6" descr="oniongu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56032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pic>
        <p:nvPicPr>
          <p:cNvPr id="9" name="Picture 8" descr="onionguar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71600"/>
            <a:ext cx="2560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AI Analysis</a:t>
            </a:r>
          </a:p>
        </p:txBody>
      </p:sp>
      <p:pic>
        <p:nvPicPr>
          <p:cNvPr id="11" name="Picture 10" descr="onionguard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371600"/>
            <a:ext cx="25603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256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Mobile Application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Analytics  |  Settings  |  Login</a:t>
            </a:r>
          </a:p>
        </p:txBody>
      </p:sp>
      <p:pic>
        <p:nvPicPr>
          <p:cNvPr id="5" name="Picture 4" descr="onionguar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25603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Farm Analytics</a:t>
            </a:r>
          </a:p>
        </p:txBody>
      </p:sp>
      <p:pic>
        <p:nvPicPr>
          <p:cNvPr id="7" name="Picture 6" descr="onionguard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256032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Settings</a:t>
            </a:r>
          </a:p>
        </p:txBody>
      </p:sp>
      <p:pic>
        <p:nvPicPr>
          <p:cNvPr id="9" name="Picture 8" descr="onionguard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71600"/>
            <a:ext cx="2560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Secure 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Microservices deployed on AWS EC2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463040"/>
            <a:ext cx="27432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Flutter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377440"/>
            <a:ext cx="27432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300"/>
                </a:solidFill>
                <a:latin typeface="Calibri"/>
              </a:defRPr>
            </a:pPr>
            <a:r>
              <a:t>Nginx + SSL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91840"/>
            <a:ext cx="27432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API Gateway :8000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21488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852160" y="30632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Auth</a:t>
            </a:r>
            <a:br/>
            <a:r>
              <a:t>:8001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Diagnosis</a:t>
            </a:r>
            <a:br/>
            <a:r>
              <a:t>:8002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Treatment</a:t>
            </a:r>
            <a:br/>
            <a:r>
              <a:t>:8003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  <a:br/>
            <a:r>
              <a:t>:8004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52160" y="525780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5577840"/>
            <a:ext cx="576072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5669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MongoDB Atlas (Cloud Database)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AWS EC2 + Docker + HTTPS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AWS EC2 instance hosting all services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Docker + Docker Compose orchestration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7 containers: Nginx, Certbot, Gateway, Auth, Diagnosis, Treatment, Analytics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Backend ports internal only (not exposed)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Nginx handles ports 80 &amp; 443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Auto-restart policies for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HTTPS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DuckDNS: onion-guard.duckdns.org domain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Let's Encrypt SSL (auto-renewed every 12h)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TLS 1.2/1.3 with strong cipher suites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HTTP auto-redirects to HTTPS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JWT + Bcrypt authentication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Biometric login (fingerprint/face)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Cleartext traffic blocked in Android manifest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Three distinct roles with tailored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The primary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Scan crops for diseases (camera/gallery)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Check onion freshness with AI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View personal scan history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Track farm analytics &amp; trends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4754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65C0"/>
                </a:solidFill>
                <a:latin typeface="Calibri"/>
              </a:defRPr>
            </a:pPr>
            <a:r>
              <a:t>Extension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Monitors communities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51760"/>
            <a:ext cx="1828800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Same scanning capabilities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View ALL farmer scans platform-wide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Regional disease statistics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Identify outbreak patterns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A1B9A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Platform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651760"/>
            <a:ext cx="1828800" cy="25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User management (activate/deactivate)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Filter users by type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Platform-wide analytics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System health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Multi-Language &amp; Voice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Accessible to low-literacy farmers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5 Supported Languages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Ashanti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Dagbani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Northern Ghana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Volta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West Africa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Voice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240+ translated UI strings across all languages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Google TTS voice playback for treatment guides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Audio treatment instructions in all 5 languages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Language preference persists per user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Designed for farmers with limited literacy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OpenRouter LLM for dynamic content translation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Full-stack modern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Flutter / Dart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FastAPI / Python 3.11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TTS (gTTS)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Provider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fl_chart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Biometrics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local_auth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Docker + Compose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SSL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Let's Encrypt + Certbot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DuckDNS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Features Discussed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Future development and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Fingerprint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Biometric login using fingerprint</a:t>
            </a:r>
            <a:br/>
            <a:r>
              <a:t>and face recognition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3035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LLM Disease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AI-generated contextual advice</a:t>
            </a:r>
            <a:br/>
            <a:r>
              <a:t>when a disease is detected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3035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Farmers to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Marketplace connecting farmers</a:t>
            </a:r>
            <a:br/>
            <a:r>
              <a:t>directly to buyers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66360"/>
            <a:ext cx="53035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Freshness to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Share freshness results as</a:t>
            </a:r>
            <a:br/>
            <a:r>
              <a:t>proof of quality for buyers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300"/>
                </a:solidFill>
                <a:latin typeface="Calibri"/>
              </a:defRPr>
            </a:pPr>
            <a:r>
              <a:t>Simplify Admin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Remove/restructure admin role</a:t>
            </a:r>
            <a:br/>
            <a:r>
              <a:t>from the main app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97480"/>
            <a:ext cx="530352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Enhanced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Richer charts, trends over time,</a:t>
            </a:r>
            <a:br/>
            <a:r>
              <a:t>comparative &amp; actionable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53035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300"/>
                </a:solidFill>
                <a:latin typeface="Calibri"/>
              </a:defRPr>
            </a:pPr>
            <a:r>
              <a:t>Voice for All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Read all app content in local</a:t>
            </a:r>
            <a:br/>
            <a:r>
              <a:t>languages for accessibility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166360"/>
            <a:ext cx="53035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Calibri"/>
              </a:defRPr>
            </a:pPr>
            <a:r>
              <a:t>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API keys for additional services</a:t>
            </a:r>
            <a:br/>
            <a:r>
              <a:t>Apple Developer account for iOS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Google Play Store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Currently in closed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0392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Closed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834640"/>
            <a:ext cx="301752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App bundle uploaded and under review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Minimum 12 testers required to opt-in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14-day closed testing period before production access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Production release pending successful testing phase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FFC8"/>
                </a:solidFill>
                <a:latin typeface="Calibri"/>
              </a:defRPr>
            </a:pPr>
            <a:r>
              <a:t>Nkabom Honours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E6B4"/>
                </a:solidFill>
                <a:latin typeface="Calibri"/>
              </a:defRPr>
            </a:pPr>
            <a:r>
              <a:t>University of Ghana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DCA0"/>
                </a:solidFill>
                <a:latin typeface="Calibri"/>
              </a:defRPr>
            </a:pPr>
            <a:r>
              <a:t>OnionGuard  |  AI-Powered Onion Disease Detection</a:t>
            </a:r>
            <a:br/>
            <a:r>
              <a:t>https://onion-guard.duckdns.org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853</Words>
  <Application>Microsoft Office PowerPoint</Application>
  <PresentationFormat>Widescreen</PresentationFormat>
  <Paragraphs>253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12345</cp:lastModifiedBy>
  <cp:revision>8</cp:revision>
  <dcterms:created xsi:type="dcterms:W3CDTF">2013-01-27T09:14:16Z</dcterms:created>
  <dcterms:modified xsi:type="dcterms:W3CDTF">2026-04-09T08:13:59Z</dcterms:modified>
  <cp:category/>
</cp:coreProperties>
</file>